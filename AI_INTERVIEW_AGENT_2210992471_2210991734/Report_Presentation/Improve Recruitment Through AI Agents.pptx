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73" r:id="rId7"/>
    <p:sldId id="283" r:id="rId8"/>
    <p:sldId id="275" r:id="rId9"/>
    <p:sldId id="276" r:id="rId10"/>
    <p:sldId id="284" r:id="rId11"/>
    <p:sldId id="278" r:id="rId12"/>
    <p:sldId id="282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4/25/2026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(Module-2) 22CS421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Satisfaction in Us Staffing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Kanhaiya(2210991705), Tushar Sourav(2210992471)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I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Prof.(Dr.) Darpan Anand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00971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US staffing industry connects skilled professionals with organizations. 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Fast hiring and accurate candidate matching are critical for success. 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Traditional recruitment processes are </a:t>
            </a:r>
            <a:r>
              <a:rPr lang="en-US" altLang="en-US" b="1" dirty="0">
                <a:latin typeface="Arial" panose="020B0604020202020204" pitchFamily="34" charset="0"/>
              </a:rPr>
              <a:t>manual, repetitive, and time-consuming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 is transforming recruitment by introducing </a:t>
            </a:r>
            <a:r>
              <a:rPr lang="en-US" altLang="en-US" b="1" dirty="0">
                <a:latin typeface="Arial" panose="020B0604020202020204" pitchFamily="34" charset="0"/>
              </a:rPr>
              <a:t>automation and intelligent decision-making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B4EF-795F-9A74-6F47-D29B9252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014B850-2243-43A8-604F-C6CA1FC46C7E}"/>
              </a:ext>
            </a:extLst>
          </p:cNvPr>
          <p:cNvSpPr txBox="1"/>
          <p:nvPr/>
        </p:nvSpPr>
        <p:spPr>
          <a:xfrm>
            <a:off x="272627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F8B5B37-8682-F329-1D28-E2D16595D0C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E2D20EC-90E0-1575-56D1-0F059C546515}"/>
              </a:ext>
            </a:extLst>
          </p:cNvPr>
          <p:cNvSpPr txBox="1"/>
          <p:nvPr/>
        </p:nvSpPr>
        <p:spPr>
          <a:xfrm>
            <a:off x="76320" y="919129"/>
            <a:ext cx="8991360" cy="58020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Recruitment companies need to hire </a:t>
            </a:r>
            <a:r>
              <a:rPr lang="en-US" altLang="en-US" b="1" dirty="0">
                <a:latin typeface="Arial" panose="020B0604020202020204" pitchFamily="34" charset="0"/>
              </a:rPr>
              <a:t>large volumes of candidates quickly</a:t>
            </a:r>
            <a:r>
              <a:rPr lang="en-US" altLang="en-US" dirty="0">
                <a:latin typeface="Arial" panose="020B0604020202020204" pitchFamily="34" charset="0"/>
              </a:rPr>
              <a:t>. HR teams spend excessive time on: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Calling candidates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Initial screening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Follow-ups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Process requires </a:t>
            </a:r>
            <a:r>
              <a:rPr lang="en-US" altLang="en-US" b="1" dirty="0">
                <a:latin typeface="Arial" panose="020B0604020202020204" pitchFamily="34" charset="0"/>
              </a:rPr>
              <a:t>large workforce + high effort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Leads to: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Slow hiring cycle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Increased cost 	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Lower efficiency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5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4298-DD89-8B18-2362-DFDFAE1F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2DC2D-CAA1-7739-D3F5-82F0FCCC021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65470" y="2615380"/>
            <a:ext cx="5486040" cy="1238865"/>
          </a:xfrm>
        </p:spPr>
        <p:txBody>
          <a:bodyPr/>
          <a:lstStyle/>
          <a:p>
            <a:r>
              <a:rPr lang="en-US" sz="1800" b="1" dirty="0">
                <a:latin typeface="Arial" panose="020B0604020202020204" pitchFamily="34" charset="0"/>
              </a:rPr>
              <a:t>What AI Agents is Building</a:t>
            </a:r>
          </a:p>
          <a:p>
            <a:r>
              <a:rPr lang="en-US" sz="1800" dirty="0">
                <a:latin typeface="Arial" panose="020B0604020202020204" pitchFamily="34" charset="0"/>
              </a:rPr>
              <a:t>Conversational AI Agents for recruitment automation </a:t>
            </a:r>
          </a:p>
          <a:p>
            <a:r>
              <a:rPr lang="en-US" sz="1800" dirty="0">
                <a:latin typeface="Arial" panose="020B0604020202020204" pitchFamily="34" charset="0"/>
              </a:rPr>
              <a:t>Capabilities: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Automatically call candidates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Perform initial screening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Handle follow-ups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Filter candidates based on job requirements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Conduct preliminary interviews </a:t>
            </a:r>
          </a:p>
          <a:p>
            <a:r>
              <a:rPr lang="en-US" sz="1800" dirty="0">
                <a:latin typeface="Arial" panose="020B0604020202020204" pitchFamily="34" charset="0"/>
              </a:rPr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Reduced manual effort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Faster hiring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Scalable recruitment process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915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9D093-17A7-94AC-E622-C0D89942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19E464A-3F40-EB6C-3F2B-1B394FBBFA6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Tools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667BE37-8A7C-3F9E-125C-E288458C044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81826F7-1060-D42D-5DCA-0A8469FE6F7E}"/>
              </a:ext>
            </a:extLst>
          </p:cNvPr>
          <p:cNvSpPr txBox="1"/>
          <p:nvPr/>
        </p:nvSpPr>
        <p:spPr>
          <a:xfrm>
            <a:off x="152640" y="90857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How AI Agents 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Candidate data collected from ATS (like </a:t>
            </a:r>
            <a:r>
              <a:rPr lang="en-US" dirty="0" err="1"/>
              <a:t>JobDiva</a:t>
            </a:r>
            <a:r>
              <a:rPr lang="en-US" dirty="0"/>
              <a:t>)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AI agent contacts candidates automatically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Conducts screening using predefined questions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Evaluates responses using NLP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Shortlists qualified candidates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Schedules interviews with recruiters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27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A3B58-8976-6C96-DA77-F561D9051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4D0487E-30AC-F3C4-D580-7EAE4763417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Outcomes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E6705E9-B744-EF42-9E78-62488F80184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B118A21-E647-9471-CD0D-06DEAC19389F}"/>
              </a:ext>
            </a:extLst>
          </p:cNvPr>
          <p:cNvSpPr txBox="1"/>
          <p:nvPr/>
        </p:nvSpPr>
        <p:spPr>
          <a:xfrm>
            <a:off x="189527" y="1186695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workload reduced by 40–60%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calling and screening effort reduced by 50%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Hiring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Time-to-hire reduced by 30–50%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screening time reduced from days to minutes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Candidate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accuracy improved by 25–35%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Candidate-job match quality increased by 30%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026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1026-A105-4772-5E12-DB718FD7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9BD33B-89C2-023C-3233-EA9687C7E320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91729" y="1386396"/>
            <a:ext cx="4035079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/ Machine Learning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Systems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JobDiva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Tools / APIs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Platforms (for scalability) </a:t>
            </a:r>
          </a:p>
        </p:txBody>
      </p:sp>
    </p:spTree>
    <p:extLst>
      <p:ext uri="{BB962C8B-B14F-4D97-AF65-F5344CB8AC3E}">
        <p14:creationId xmlns:p14="http://schemas.microsoft.com/office/powerpoint/2010/main" val="113799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0166-85EA-B9B7-BC22-2058CCC5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Research Objectives	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49787C-78F9-5735-5A87-0832525B7E4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81243" y="611409"/>
            <a:ext cx="8581513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recruitment challenges in US staffing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the role of AI in recruitment automation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how AI agents improve hiring efficiency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the impact on: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Time-to-hire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 quality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Recruiter productivity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373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E16B-EE54-A5AB-2961-F0B843CB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3D6562-3A2C-1631-9A4F-09B44F366EF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89835" y="577071"/>
            <a:ext cx="6394699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agents significantly improve recruitment efficiency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reduces manual workload and speeds up hiring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candidate experience through quick responses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AI interviews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 detection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hiring analytics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95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34990</TotalTime>
  <Words>398</Words>
  <Application>Microsoft Office PowerPoint</Application>
  <PresentationFormat>On-screen Show (4:3)</PresentationFormat>
  <Paragraphs>94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Proposed Solution</vt:lpstr>
      <vt:lpstr>PowerPoint Presentation</vt:lpstr>
      <vt:lpstr>PowerPoint Presentation</vt:lpstr>
      <vt:lpstr>Tools &amp; Technologies</vt:lpstr>
      <vt:lpstr>Research Objectives </vt:lpstr>
      <vt:lpstr>Conclusion &amp;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kanhaiya saini</cp:lastModifiedBy>
  <cp:revision>2307</cp:revision>
  <dcterms:created xsi:type="dcterms:W3CDTF">2010-04-09T07:36:15Z</dcterms:created>
  <dcterms:modified xsi:type="dcterms:W3CDTF">2026-04-25T18:08:06Z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